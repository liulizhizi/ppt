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56" r:id="rId2"/>
    <p:sldId id="271" r:id="rId3"/>
    <p:sldId id="290" r:id="rId4"/>
    <p:sldId id="279" r:id="rId5"/>
    <p:sldId id="284" r:id="rId6"/>
    <p:sldId id="285" r:id="rId7"/>
    <p:sldId id="291" r:id="rId8"/>
    <p:sldId id="286" r:id="rId9"/>
    <p:sldId id="288" r:id="rId10"/>
    <p:sldId id="289" r:id="rId11"/>
    <p:sldId id="287" r:id="rId12"/>
  </p:sldIdLst>
  <p:sldSz cx="12192000" cy="6858000"/>
  <p:notesSz cx="6858000" cy="9144000"/>
  <p:custDataLst>
    <p:tags r:id="rId15"/>
  </p:custDataLst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欢迎" id="{E75E278A-FF0E-49A4-B170-79828D63BBAD}">
          <p14:sldIdLst>
            <p14:sldId id="256"/>
          </p14:sldIdLst>
        </p14:section>
        <p14:section name="设计、平滑、添加注释、协作、操作说明搜索" id="{B9B51309-D148-4332-87C2-07BE32FBCA3B}">
          <p14:sldIdLst>
            <p14:sldId id="271"/>
            <p14:sldId id="290"/>
            <p14:sldId id="279"/>
            <p14:sldId id="284"/>
            <p14:sldId id="285"/>
            <p14:sldId id="291"/>
            <p14:sldId id="286"/>
            <p14:sldId id="288"/>
            <p14:sldId id="289"/>
            <p14:sldId id="287"/>
          </p14:sldIdLst>
        </p14:section>
        <p14:section name="了解详细信息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作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41" autoAdjust="0"/>
  </p:normalViewPr>
  <p:slideViewPr>
    <p:cSldViewPr snapToGrid="0">
      <p:cViewPr varScale="1">
        <p:scale>
          <a:sx n="74" d="100"/>
          <a:sy n="74" d="100"/>
        </p:scale>
        <p:origin x="845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3610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tags" Target="tags/tag1.xml"/><Relationship Id="rId16" Type="http://schemas.openxmlformats.org/officeDocument/2006/relationships/commentAuthors" Target="commentAuthors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A071E02-3F1A-4B0B-8EE9-4F1B741D9601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2026/3/12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81DCBD32-5E35-4514-9815-F3DDD3668777}" type="datetime1">
              <a:rPr lang="zh-CN" altLang="en-US" smtClean="0"/>
              <a:t>2026/3/12</a:t>
            </a:fld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dirty="0"/>
              <a:t>单击此处编辑母版文本样式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F61EA0F-A667-4B49-8422-0062BC55E2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5401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09A88-CE74-E892-9043-09C2BDAD6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B0DD91-373D-039A-6C4C-8F82A07B0D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F5E1DF-98C5-D096-DB6E-B88F6DBDD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163865-5E71-0643-CE3A-63C95BCB75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1028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1118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AC36C-60A4-E758-DEB8-A9FFA5ED1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17E218-8906-1467-C718-FA75A3074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E48172-C043-889A-E91D-A6DA92145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D58BBB-0C09-0B06-7895-FA1F84A97F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7217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3FC95-8126-E3DA-5A17-A226280B7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E1D341-A2FF-D14E-9232-1E92BEB6C0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6CC5AA-473B-D338-4FA3-07A2EA49E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653CD4-BBCF-FCFC-1BFE-78DD61D109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95206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35380-2542-63F7-EF0A-2B4E6BE8E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C91D138-264B-A1A6-0C20-ABA852779E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21432B-DCD0-D3D1-A0E4-23014B8BA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7F6CD3-C263-552E-9098-DEF890CBD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8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54685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12F8E-8342-34FC-0C70-8412F5625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776FFD0-2013-627C-7AB6-8BE102C338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0800AD-D90B-EC2C-B84C-F2789AB2A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A28058-2093-7B93-36C1-762A7A1A59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9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28624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88001-F274-9A59-9017-31C5E4E1E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FE3C68-CFEE-461D-F260-CC318B2259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71CB418-04DF-9EE0-FB9C-676A6D82B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22CBE9-EEE3-2546-3115-0727CADBC0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10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6975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73887-29B6-DDEB-92B7-D09E4F0D9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0F2F5C-6EF2-5FF6-140D-0A2B4F14CD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EC6EF58-590C-AD4B-AA38-9ACA7D7DFB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5A5C24-5807-70D7-01BF-DC1F57486A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254465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长方形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12" name="直接连接符​​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单击此处编辑母版文本样式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二级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三级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四级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五级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FC0AFDC1-AB40-4941-83E0-44D5ED544864}" type="datetime1">
              <a:rPr lang="zh-CN" altLang="en-US" noProof="0" smtClean="0"/>
              <a:t>2026/3/12</a:t>
            </a:fld>
            <a:endParaRPr lang="zh-CN" altLang="en-US" noProof="0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9860EDB8-5305-433F-BE41-D7A86D811DB3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长方形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" name="长方形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单击此处编辑母版文本样式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二级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三级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四级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1814A537-FBC6-4533-8B31-767E68D33208}" type="datetime1">
              <a:rPr lang="zh-CN" altLang="en-US" noProof="0" smtClean="0"/>
              <a:t>2026/3/12</a:t>
            </a:fld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9860EDB8-5305-433F-BE41-D7A86D811DB3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  <p:cxnSp>
        <p:nvCxnSpPr>
          <p:cNvPr id="8" name="直接连接符​​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Microsoft YaHei UI Light" panose="020B0502040204020203" pitchFamily="34" charset="-122"/>
          <a:ea typeface="Microsoft YaHei UI Light" panose="020B0502040204020203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 wrap="square">
            <a:normAutofit/>
          </a:bodyPr>
          <a:lstStyle/>
          <a:p>
            <a:pPr algn="ctr"/>
            <a:r>
              <a:rPr sz="3000" b="1"/>
              <a:t>项目管理与项目规划能力展示</a:t>
            </a:r>
            <a:endParaRPr lang="en-US" altLang="zh-CN" sz="48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4294967295"/>
          </p:nvPr>
        </p:nvSpPr>
        <p:spPr>
          <a:xfrm>
            <a:off x="855620" y="4125801"/>
            <a:ext cx="9582736" cy="1567875"/>
          </a:xfrm>
        </p:spPr>
        <p:txBody>
          <a:bodyPr rtlCol="0" wrap="square">
            <a:normAutofit/>
          </a:bodyPr>
          <a:lstStyle/>
          <a:p>
            <a:pPr algn="ctr"/>
            <a:r>
              <a:rPr sz="1800"/>
              <a:t>结构版（先定框架，后补案例与数据）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 wrap="square">
            <a:noAutofit/>
          </a:bodyPr>
          <a:lstStyle/>
          <a:p>
            <a:r>
              <a:rPr sz="2800" b="1"/>
              <a:t>展示目标与核心定位</a:t>
            </a:r>
            <a:endParaRPr lang="zh-CN" altLang="en-US" sz="3200" dirty="0">
              <a:cs typeface="Segoe UI Light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13258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• 从“技术研究介绍”切换为“工作能力展示”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400"/>
              <a:t>• 聚焦项目管理、项目规划、跨团队推进与交付结果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400"/>
              <a:t>• 当前先确认页面结构，后续逐页补充具体项目内容</a:t>
            </a:r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A997F-A146-C697-0C65-187E12662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2D272FD-A8B6-CAC7-2430-E3F85C94D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/>
              <a:t>项目管理能力总览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• 项目立项与目标定义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400"/>
              <a:t>• 范围拆解与优先级管理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400"/>
              <a:t>• 计划制定、里程碑设计与进度控制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400"/>
              <a:t>• 风险识别、资源协调、沟通与复盘</a:t>
            </a:r>
          </a:p>
        </p:txBody>
      </p:sp>
    </p:spTree>
    <p:extLst>
      <p:ext uri="{BB962C8B-B14F-4D97-AF65-F5344CB8AC3E}">
        <p14:creationId xmlns:p14="http://schemas.microsoft.com/office/powerpoint/2010/main" val="2843076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25C6046-F83B-1D09-5C1E-A5895E868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/>
              <a:t>整套PPT建议结构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• 个人角色定位：我负责什么、解决什么问题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400"/>
              <a:t>• 方法论部分：如何规划、推进、纠偏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400"/>
              <a:t>• 案例部分：选 1~2 个代表项目完整展开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400"/>
              <a:t>• 结果沉淀：交付成效、经验总结、方法复用</a:t>
            </a:r>
          </a:p>
        </p:txBody>
      </p:sp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58C9C-59F7-1F34-3D28-F966F7D4C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415A2AB-D963-5D3E-A7D7-AC697B99D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/>
              <a:t>项目规划能力展示框架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• 目标拆解：业务目标 → 项目目标 → 阶段成果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400"/>
              <a:t>• 任务分解：WBS、优先级、责任人、依赖关系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400"/>
              <a:t>• 排期设计：关键路径、缓冲时间、里程碑检查点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400"/>
              <a:t>• 资源安排：人力、时间、协作接口与风险预留</a:t>
            </a:r>
          </a:p>
        </p:txBody>
      </p:sp>
    </p:spTree>
    <p:extLst>
      <p:ext uri="{BB962C8B-B14F-4D97-AF65-F5344CB8AC3E}">
        <p14:creationId xmlns:p14="http://schemas.microsoft.com/office/powerpoint/2010/main" val="548413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E22F4-A3F8-3CA0-8251-B6054E3F6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4AE47DC-D676-CDBF-75E1-5DDA289F9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/>
              <a:t>项目启动与需求澄清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• 说明项目背景、目标、约束与成功标准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400"/>
              <a:t>• 对齐关键干系人诉求，明确边界与优先级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400"/>
              <a:t>• 输出项目范围、版本节奏和阶段性交付物</a:t>
            </a:r>
          </a:p>
        </p:txBody>
      </p:sp>
    </p:spTree>
    <p:extLst>
      <p:ext uri="{BB962C8B-B14F-4D97-AF65-F5344CB8AC3E}">
        <p14:creationId xmlns:p14="http://schemas.microsoft.com/office/powerpoint/2010/main" val="2157726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7432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项目推进节奏与关键里程碑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828800"/>
            <a:ext cx="1645920" cy="1920240"/>
          </a:xfrm>
          <a:prstGeom prst="round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第1周</a:t>
            </a:r>
          </a:p>
          <a:p>
            <a:r>
              <a:rPr sz="1800" b="1">
                <a:solidFill>
                  <a:srgbClr val="FFFFFF"/>
                </a:solidFill>
              </a:rPr>
              <a:t>项目启动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828800"/>
            <a:ext cx="1645920" cy="1920240"/>
          </a:xfrm>
          <a:prstGeom prst="round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第2周</a:t>
            </a:r>
          </a:p>
          <a:p>
            <a:r>
              <a:rPr sz="1800" b="1">
                <a:solidFill>
                  <a:srgbClr val="FFFFFF"/>
                </a:solidFill>
              </a:rPr>
              <a:t>方案确认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828800"/>
            <a:ext cx="1645920" cy="1920240"/>
          </a:xfrm>
          <a:prstGeom prst="roundRect">
            <a:avLst/>
          </a:prstGeom>
          <a:solidFill>
            <a:srgbClr val="F1C40F"/>
          </a:solidFill>
          <a:ln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第3-5周</a:t>
            </a:r>
          </a:p>
          <a:p>
            <a:r>
              <a:rPr sz="1800" b="1">
                <a:solidFill>
                  <a:srgbClr val="FFFFFF"/>
                </a:solidFill>
              </a:rPr>
              <a:t>执行推进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828800"/>
            <a:ext cx="1645920" cy="1920240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第6周</a:t>
            </a:r>
          </a:p>
          <a:p>
            <a:r>
              <a:rPr sz="1800" b="1">
                <a:solidFill>
                  <a:srgbClr val="FFFFFF"/>
                </a:solidFill>
              </a:rPr>
              <a:t>验收交付</a:t>
            </a:r>
            <a:br/>
            <a:r>
              <a:rPr sz="1800" b="1">
                <a:solidFill>
                  <a:srgbClr val="FFFFFF"/>
                </a:solidFill>
              </a:rPr>
              <a:t>复盘优化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487168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7F8C8D"/>
                </a:solidFill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487168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7F8C8D"/>
                </a:solidFill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2487168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7F8C8D"/>
                </a:solidFill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93776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• 后续可在这一页替换为真实项目时间线，补充关键动作、决策点与风险应对。</a:t>
            </a:r>
          </a:p>
        </p:txBody>
      </p:sp>
    </p:spTree>
    <p:extLst>
      <p:ext uri="{BB962C8B-B14F-4D97-AF65-F5344CB8AC3E}">
        <p14:creationId xmlns:p14="http://schemas.microsoft.com/office/powerpoint/2010/main" val="2894378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67FDA-097A-FF71-85B0-C4617FB85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AE353A8-66EA-624F-2166-5800C9C63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/>
              <a:t>过程管理与协同机制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• 用周会 / 双周会 / 阶段复盘管理项目节奏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400"/>
              <a:t>• 跟踪进度、问题、风险、决策项并形成闭环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400"/>
              <a:t>• 展示跨部门协同方式：产品、研发、运营、业务方</a:t>
            </a:r>
          </a:p>
        </p:txBody>
      </p:sp>
    </p:spTree>
    <p:extLst>
      <p:ext uri="{BB962C8B-B14F-4D97-AF65-F5344CB8AC3E}">
        <p14:creationId xmlns:p14="http://schemas.microsoft.com/office/powerpoint/2010/main" val="1480010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CA57B-5F8A-E771-A893-2CF2FD2D6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7762E2F-1F6C-BE56-1B1F-7B3B67280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/>
              <a:t>风险管理与应对预案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• 范围变更：建立变更评估、影响分析与确认机制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400"/>
              <a:t>• 资源不足：识别关键岗位缺口，准备替代方案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400"/>
              <a:t>• 节点延误：设置预警阈值、升级路径和补救动作</a:t>
            </a:r>
          </a:p>
        </p:txBody>
      </p:sp>
    </p:spTree>
    <p:extLst>
      <p:ext uri="{BB962C8B-B14F-4D97-AF65-F5344CB8AC3E}">
        <p14:creationId xmlns:p14="http://schemas.microsoft.com/office/powerpoint/2010/main" val="657060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7C32D-24ED-8121-367C-21EDDDC71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70B40AF-0B0F-9620-0B5D-688B3E4E1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/>
              <a:t>代表项目案例页结构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• 项目背景 / 目标：为什么做、做成什么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400"/>
              <a:t>• 我的角色 / 管理动作：如何推动项目落地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400"/>
              <a:t>• 计划安排 / 风险协调：如何保证按节点推进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400"/>
              <a:t>• 结果与复盘：产出、指标、经验与方法沉淀</a:t>
            </a:r>
          </a:p>
        </p:txBody>
      </p:sp>
    </p:spTree>
    <p:extLst>
      <p:ext uri="{BB962C8B-B14F-4D97-AF65-F5344CB8AC3E}">
        <p14:creationId xmlns:p14="http://schemas.microsoft.com/office/powerpoint/2010/main" val="3293122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94D69-5DE3-E956-3872-6B93831A5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96FFED1-7F7F-3766-FFAE-A37C31E87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/>
              <a:t>下一步细化内容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• 每个模块补 1~2 个真实项目案例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400"/>
              <a:t>• 增加量化结果：周期、效率、成本、满意度等指标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400"/>
              <a:t>• 提炼个人优势：项目管理风格、规划能力、协同亮点</a:t>
            </a:r>
          </a:p>
        </p:txBody>
      </p:sp>
    </p:spTree>
    <p:extLst>
      <p:ext uri="{BB962C8B-B14F-4D97-AF65-F5344CB8AC3E}">
        <p14:creationId xmlns:p14="http://schemas.microsoft.com/office/powerpoint/2010/main" val="1638849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180A8FB43A0655DFC38D8C180C14CCBA88DEF22E194918379016539C12B6DC2E" val="[{&quot;GradientColorId&quot;:&quot;&quot;,&quot;IsFree&quot;:true,&quot;IsGradient&quot;:false,&quot;ImagePath&quot;:&quot;&quot;,&quot;GradientColor&quot;:null,&quot;SimpleColor&quot;:&quot;#92D050&quot;}]"/>
</p:tagLst>
</file>

<file path=ppt/theme/theme1.xml><?xml version="1.0" encoding="utf-8"?>
<a:theme xmlns:a="http://schemas.openxmlformats.org/drawingml/2006/main" name="自定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07_TF10001108_Win3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{4DF0231F-0A62-47B2-BCAC-EB369170900E}TF2989475c-5427-4edb-9ec1-00f4ce72165b3fd62f5f_win32-0bdc71b0dd9b</Template>
  <TotalTime>1860</TotalTime>
  <Words>269</Words>
  <Application>Microsoft Office PowerPoint</Application>
  <PresentationFormat>宽屏</PresentationFormat>
  <Paragraphs>44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Microsoft YaHei UI</vt:lpstr>
      <vt:lpstr>Microsoft YaHei UI Light</vt:lpstr>
      <vt:lpstr>Arial</vt:lpstr>
      <vt:lpstr>Segoe UI Light</vt:lpstr>
      <vt:lpstr>自定义</vt:lpstr>
      <vt:lpstr>基于transformer的钢琴踏板重建</vt:lpstr>
      <vt:lpstr>动机</vt:lpstr>
      <vt:lpstr>数据集与表示形式</vt:lpstr>
      <vt:lpstr>Mask预测与段落分割</vt:lpstr>
      <vt:lpstr>模型结构</vt:lpstr>
      <vt:lpstr>预测结果样例</vt:lpstr>
      <vt:lpstr>PowerPoint 演示文稿</vt:lpstr>
      <vt:lpstr>评估与结果</vt:lpstr>
      <vt:lpstr>评估与结果</vt:lpstr>
      <vt:lpstr>评估与结果</vt:lpstr>
      <vt:lpstr>总结与展望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文昊 刘</dc:creator>
  <cp:keywords/>
  <cp:lastModifiedBy>文昊 刘</cp:lastModifiedBy>
  <cp:revision>5</cp:revision>
  <dcterms:created xsi:type="dcterms:W3CDTF">2025-08-20T16:31:20Z</dcterms:created>
  <dcterms:modified xsi:type="dcterms:W3CDTF">2026-03-12T12:57:56Z</dcterms:modified>
  <cp:version/>
</cp:coreProperties>
</file>